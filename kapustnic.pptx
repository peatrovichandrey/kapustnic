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6" d="100"/>
          <a:sy n="116" d="100"/>
        </p:scale>
        <p:origin x="-159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001B44-E083-45E2-B3A4-72982A5D32A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6AB8E-776A-4F5A-89DB-D713D4A4EF7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617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16AB8E-776A-4F5A-89DB-D713D4A4EF7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362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11.05.2026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787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Экран (4:3)</PresentationFormat>
  <Paragraphs>1</Paragraphs>
  <Slides>1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2" baseType="lpstr">
      <vt:lpstr>Тема Office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Андрей</dc:creator>
  <cp:lastModifiedBy>Андрей</cp:lastModifiedBy>
  <cp:revision>1</cp:revision>
  <dcterms:created xsi:type="dcterms:W3CDTF">2026-05-11T07:39:12Z</dcterms:created>
  <dcterms:modified xsi:type="dcterms:W3CDTF">2026-05-11T07:41:37Z</dcterms:modified>
</cp:coreProperties>
</file>