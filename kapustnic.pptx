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9" d="100"/>
          <a:sy n="79" d="100"/>
        </p:scale>
        <p:origin x="-78" y="-87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001B44-E083-45E2-B3A4-72982A5D32A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6AB8E-776A-4F5A-89DB-D713D4A4EF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0617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16AB8E-776A-4F5A-89DB-D713D4A4EF7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362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7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921169"/>
            <a:ext cx="9144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b="1" i="1" dirty="0" smtClean="0">
                <a:solidFill>
                  <a:schemeClr val="bg1"/>
                </a:solidFill>
                <a:latin typeface="Wolgast Two Bold" pitchFamily="66" charset="0"/>
              </a:rPr>
              <a:t>Последний</a:t>
            </a:r>
            <a:r>
              <a:rPr lang="ru-RU" sz="6000" b="1" i="1" dirty="0">
                <a:solidFill>
                  <a:schemeClr val="bg1"/>
                </a:solidFill>
                <a:latin typeface="Wolgast Two Bold" pitchFamily="66" charset="0"/>
              </a:rPr>
              <a:t> </a:t>
            </a:r>
            <a:r>
              <a:rPr lang="ru-RU" sz="6000" b="1" i="1" dirty="0" smtClean="0">
                <a:solidFill>
                  <a:schemeClr val="bg1"/>
                </a:solidFill>
                <a:latin typeface="Wolgast Two Bold" pitchFamily="66" charset="0"/>
              </a:rPr>
              <a:t>звонок</a:t>
            </a:r>
          </a:p>
        </p:txBody>
      </p:sp>
    </p:spTree>
    <p:extLst>
      <p:ext uri="{BB962C8B-B14F-4D97-AF65-F5344CB8AC3E}">
        <p14:creationId xmlns:p14="http://schemas.microsoft.com/office/powerpoint/2010/main" val="926787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19672" y="1412776"/>
            <a:ext cx="504056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9600" dirty="0" smtClean="0"/>
              <a:t>Видео</a:t>
            </a:r>
          </a:p>
          <a:p>
            <a:endParaRPr lang="ru-RU" sz="9600" dirty="0"/>
          </a:p>
        </p:txBody>
      </p:sp>
    </p:spTree>
    <p:extLst>
      <p:ext uri="{BB962C8B-B14F-4D97-AF65-F5344CB8AC3E}">
        <p14:creationId xmlns:p14="http://schemas.microsoft.com/office/powerpoint/2010/main" val="32827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344" y="14768"/>
            <a:ext cx="9144000" cy="6858000"/>
          </a:xfrm>
        </p:spPr>
      </p:pic>
    </p:spTree>
    <p:extLst>
      <p:ext uri="{BB962C8B-B14F-4D97-AF65-F5344CB8AC3E}">
        <p14:creationId xmlns:p14="http://schemas.microsoft.com/office/powerpoint/2010/main" val="2315162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1351508"/>
            <a:ext cx="91440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e-BY" sz="8800" dirty="0" smtClean="0">
                <a:solidFill>
                  <a:schemeClr val="bg1"/>
                </a:solidFill>
              </a:rPr>
              <a:t>Тем временем в учительской</a:t>
            </a:r>
            <a:r>
              <a:rPr lang="en-US" sz="8800" dirty="0" smtClean="0">
                <a:solidFill>
                  <a:schemeClr val="bg1"/>
                </a:solidFill>
              </a:rPr>
              <a:t>:</a:t>
            </a:r>
          </a:p>
          <a:p>
            <a:pPr algn="ctr"/>
            <a:endParaRPr lang="ru-RU" sz="8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6338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60648"/>
            <a:ext cx="8229600" cy="1143000"/>
          </a:xfrm>
        </p:spPr>
        <p:txBody>
          <a:bodyPr>
            <a:noAutofit/>
          </a:bodyPr>
          <a:lstStyle/>
          <a:p>
            <a:r>
              <a:rPr lang="be-BY" sz="9600" dirty="0" smtClean="0"/>
              <a:t>Биология</a:t>
            </a:r>
            <a:endParaRPr lang="ru-RU" sz="9600" dirty="0"/>
          </a:p>
        </p:txBody>
      </p:sp>
      <p:sp>
        <p:nvSpPr>
          <p:cNvPr id="4" name="TextBox 3"/>
          <p:cNvSpPr txBox="1"/>
          <p:nvPr/>
        </p:nvSpPr>
        <p:spPr>
          <a:xfrm>
            <a:off x="0" y="1862132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 err="1" smtClean="0"/>
              <a:t>Вашкевич</a:t>
            </a:r>
            <a:r>
              <a:rPr lang="ru-RU" sz="2800" dirty="0" smtClean="0"/>
              <a:t> Екатерина Леонидовна</a:t>
            </a:r>
            <a:endParaRPr lang="ru-RU" sz="28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7864" y="2708920"/>
            <a:ext cx="2009244" cy="3015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9696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e-BY" sz="9600" dirty="0" smtClean="0"/>
              <a:t>География</a:t>
            </a:r>
            <a:endParaRPr lang="ru-RU" sz="9600" dirty="0"/>
          </a:p>
        </p:txBody>
      </p:sp>
      <p:sp>
        <p:nvSpPr>
          <p:cNvPr id="4" name="TextBox 3"/>
          <p:cNvSpPr txBox="1"/>
          <p:nvPr/>
        </p:nvSpPr>
        <p:spPr>
          <a:xfrm>
            <a:off x="0" y="1629942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Бурова Ольга Ивановна </a:t>
            </a:r>
            <a:endParaRPr lang="ru-RU" sz="2800" dirty="0" smtClean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492896"/>
            <a:ext cx="1991978" cy="2989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264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e-BY" sz="9600" dirty="0" smtClean="0"/>
              <a:t>Руссский язык</a:t>
            </a:r>
            <a:endParaRPr lang="ru-RU" sz="9600" dirty="0"/>
          </a:p>
        </p:txBody>
      </p:sp>
      <p:sp>
        <p:nvSpPr>
          <p:cNvPr id="4" name="TextBox 3"/>
          <p:cNvSpPr txBox="1"/>
          <p:nvPr/>
        </p:nvSpPr>
        <p:spPr>
          <a:xfrm>
            <a:off x="1427312" y="1815207"/>
            <a:ext cx="4608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5400" dirty="0" smtClean="0"/>
              <a:t>Видео</a:t>
            </a:r>
            <a:endParaRPr lang="ru-RU" sz="5400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3068960"/>
            <a:ext cx="19442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Фото</a:t>
            </a:r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r>
              <a:rPr lang="ru-RU" dirty="0" err="1"/>
              <a:t>Шестак</a:t>
            </a:r>
            <a:r>
              <a:rPr lang="ru-RU" dirty="0"/>
              <a:t> Ольга Петровна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3491880" y="3140968"/>
            <a:ext cx="20162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Фото</a:t>
            </a:r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ru-RU" dirty="0"/>
              <a:t>Левкович Елена Геннадьевна</a:t>
            </a:r>
            <a:endParaRPr lang="ru-RU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6228184" y="3140968"/>
            <a:ext cx="237626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Фото</a:t>
            </a:r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ru-RU" dirty="0"/>
              <a:t>Иванович Наталья Васильевна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26625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978" y="125760"/>
            <a:ext cx="8229600" cy="1143000"/>
          </a:xfrm>
        </p:spPr>
        <p:txBody>
          <a:bodyPr>
            <a:noAutofit/>
          </a:bodyPr>
          <a:lstStyle/>
          <a:p>
            <a:r>
              <a:rPr lang="ru-RU" sz="9600" dirty="0" smtClean="0"/>
              <a:t>Химия</a:t>
            </a:r>
            <a:endParaRPr lang="ru-RU" sz="96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8825" y="1124744"/>
            <a:ext cx="3723905" cy="2094697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297" y="2804993"/>
            <a:ext cx="1967450" cy="2952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9512" y="5949280"/>
            <a:ext cx="3672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Ласковец</a:t>
            </a:r>
            <a:r>
              <a:rPr lang="ru-RU" dirty="0"/>
              <a:t> Юлия Вячеславовна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472730" y="2924944"/>
            <a:ext cx="241975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e-BY" dirty="0" smtClean="0"/>
              <a:t>Фото</a:t>
            </a:r>
          </a:p>
          <a:p>
            <a:endParaRPr lang="be-BY" dirty="0"/>
          </a:p>
          <a:p>
            <a:endParaRPr lang="be-BY" dirty="0" smtClean="0"/>
          </a:p>
          <a:p>
            <a:endParaRPr lang="be-BY" dirty="0"/>
          </a:p>
          <a:p>
            <a:endParaRPr lang="be-BY" dirty="0" smtClean="0"/>
          </a:p>
          <a:p>
            <a:endParaRPr lang="be-BY" dirty="0"/>
          </a:p>
          <a:p>
            <a:endParaRPr lang="be-BY" dirty="0" smtClean="0"/>
          </a:p>
          <a:p>
            <a:endParaRPr lang="be-BY" dirty="0"/>
          </a:p>
          <a:p>
            <a:endParaRPr lang="be-BY" dirty="0" smtClean="0"/>
          </a:p>
          <a:p>
            <a:endParaRPr lang="be-BY" dirty="0"/>
          </a:p>
          <a:p>
            <a:endParaRPr lang="be-BY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5508104" y="5745289"/>
            <a:ext cx="3384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Кошкина Екатерина Николаевна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1958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e-BY" sz="10700" dirty="0" smtClean="0"/>
              <a:t>История</a:t>
            </a:r>
            <a:r>
              <a:rPr lang="be-BY" dirty="0" smtClean="0"/>
              <a:t/>
            </a:r>
            <a:br>
              <a:rPr lang="be-BY" dirty="0" smtClean="0"/>
            </a:b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88" y="1180799"/>
            <a:ext cx="2448272" cy="2383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952" y="1180799"/>
            <a:ext cx="3497163" cy="2724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4221088"/>
            <a:ext cx="2815124" cy="20625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067507"/>
            <a:ext cx="3808498" cy="2201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04872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0790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41</Words>
  <Application>Microsoft Office PowerPoint</Application>
  <PresentationFormat>Экран (4:3)</PresentationFormat>
  <Paragraphs>47</Paragraphs>
  <Slides>10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Биология</vt:lpstr>
      <vt:lpstr>География</vt:lpstr>
      <vt:lpstr>Руссский язык</vt:lpstr>
      <vt:lpstr>Химия</vt:lpstr>
      <vt:lpstr>История 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Андрей</dc:creator>
  <cp:lastModifiedBy>Андрей</cp:lastModifiedBy>
  <cp:revision>11</cp:revision>
  <dcterms:created xsi:type="dcterms:W3CDTF">2026-05-11T07:39:12Z</dcterms:created>
  <dcterms:modified xsi:type="dcterms:W3CDTF">2026-05-11T09:53:48Z</dcterms:modified>
</cp:coreProperties>
</file>