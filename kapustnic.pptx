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16" d="100"/>
          <a:sy n="116" d="100"/>
        </p:scale>
        <p:origin x="-1542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001B44-E083-45E2-B3A4-72982A5D32AD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16AB8E-776A-4F5A-89DB-D713D4A4EF7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06174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16AB8E-776A-4F5A-89DB-D713D4A4EF75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33626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C71EC6-210F-42DE-9C53-41977AD35B3D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7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1892143"/>
            <a:ext cx="91440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6000" b="1" i="1" dirty="0" smtClean="0">
                <a:solidFill>
                  <a:schemeClr val="bg1"/>
                </a:solidFill>
                <a:latin typeface="Wolgast Two Bold" pitchFamily="66" charset="0"/>
              </a:rPr>
              <a:t>Последний</a:t>
            </a:r>
            <a:r>
              <a:rPr lang="ru-RU" sz="6000" b="1" i="1" dirty="0">
                <a:solidFill>
                  <a:schemeClr val="bg1"/>
                </a:solidFill>
                <a:latin typeface="Wolgast Two Bold" pitchFamily="66" charset="0"/>
              </a:rPr>
              <a:t> </a:t>
            </a:r>
            <a:r>
              <a:rPr lang="ru-RU" sz="6000" b="1" i="1" dirty="0" smtClean="0">
                <a:solidFill>
                  <a:schemeClr val="bg1"/>
                </a:solidFill>
                <a:latin typeface="Wolgast Two Bold" pitchFamily="66" charset="0"/>
              </a:rPr>
              <a:t>звонок</a:t>
            </a:r>
          </a:p>
        </p:txBody>
      </p:sp>
    </p:spTree>
    <p:extLst>
      <p:ext uri="{BB962C8B-B14F-4D97-AF65-F5344CB8AC3E}">
        <p14:creationId xmlns:p14="http://schemas.microsoft.com/office/powerpoint/2010/main" val="9267875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275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7344" y="14768"/>
            <a:ext cx="9144000" cy="6858000"/>
          </a:xfrm>
        </p:spPr>
      </p:pic>
    </p:spTree>
    <p:extLst>
      <p:ext uri="{BB962C8B-B14F-4D97-AF65-F5344CB8AC3E}">
        <p14:creationId xmlns:p14="http://schemas.microsoft.com/office/powerpoint/2010/main" val="23151629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Прямоугольник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tx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/>
          <p:cNvSpPr txBox="1"/>
          <p:nvPr/>
        </p:nvSpPr>
        <p:spPr>
          <a:xfrm>
            <a:off x="9618" y="1196752"/>
            <a:ext cx="9144000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be-BY" sz="8800" dirty="0" smtClean="0">
                <a:solidFill>
                  <a:schemeClr val="bg1"/>
                </a:solidFill>
              </a:rPr>
              <a:t>Тем временем в учительской</a:t>
            </a:r>
            <a:r>
              <a:rPr lang="en-US" sz="8800" dirty="0" smtClean="0">
                <a:solidFill>
                  <a:schemeClr val="bg1"/>
                </a:solidFill>
              </a:rPr>
              <a:t>:</a:t>
            </a:r>
          </a:p>
          <a:p>
            <a:pPr algn="ctr"/>
            <a:endParaRPr lang="ru-RU" sz="8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63386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73</TotalTime>
  <Words>8</Words>
  <Application>Microsoft Office PowerPoint</Application>
  <PresentationFormat>Экран (4:3)</PresentationFormat>
  <Paragraphs>3</Paragraphs>
  <Slides>4</Slides>
  <Notes>1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</vt:i4>
      </vt:variant>
    </vt:vector>
  </HeadingPairs>
  <TitlesOfParts>
    <vt:vector size="5" baseType="lpstr"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Андрей</dc:creator>
  <cp:lastModifiedBy>Андрей</cp:lastModifiedBy>
  <cp:revision>6</cp:revision>
  <dcterms:created xsi:type="dcterms:W3CDTF">2026-05-11T07:39:12Z</dcterms:created>
  <dcterms:modified xsi:type="dcterms:W3CDTF">2026-05-11T09:06:18Z</dcterms:modified>
</cp:coreProperties>
</file>