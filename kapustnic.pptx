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01B44-E083-45E2-B3A4-72982A5D32A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AB8E-776A-4F5A-89DB-D713D4A4E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61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16AB8E-776A-4F5A-89DB-D713D4A4EF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6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9214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i="1" dirty="0" smtClean="0">
                <a:solidFill>
                  <a:schemeClr val="bg1"/>
                </a:solidFill>
                <a:latin typeface="Wolgast Two Bold" pitchFamily="66" charset="0"/>
              </a:rPr>
              <a:t>Последний</a:t>
            </a:r>
            <a:r>
              <a:rPr lang="ru-RU" sz="6000" b="1" i="1" dirty="0">
                <a:solidFill>
                  <a:schemeClr val="bg1"/>
                </a:solidFill>
                <a:latin typeface="Wolgast Two Bold" pitchFamily="66" charset="0"/>
              </a:rPr>
              <a:t> </a:t>
            </a:r>
            <a:r>
              <a:rPr lang="ru-RU" sz="6000" b="1" i="1" dirty="0" smtClean="0">
                <a:solidFill>
                  <a:schemeClr val="bg1"/>
                </a:solidFill>
                <a:latin typeface="Wolgast Two Bold" pitchFamily="66" charset="0"/>
              </a:rPr>
              <a:t>звонок</a:t>
            </a:r>
          </a:p>
        </p:txBody>
      </p:sp>
    </p:spTree>
    <p:extLst>
      <p:ext uri="{BB962C8B-B14F-4D97-AF65-F5344CB8AC3E}">
        <p14:creationId xmlns:p14="http://schemas.microsoft.com/office/powerpoint/2010/main" val="92678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Экран (4:3)</PresentationFormat>
  <Paragraphs>2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</dc:creator>
  <cp:lastModifiedBy>Андрей</cp:lastModifiedBy>
  <cp:revision>4</cp:revision>
  <dcterms:created xsi:type="dcterms:W3CDTF">2026-05-11T07:39:12Z</dcterms:created>
  <dcterms:modified xsi:type="dcterms:W3CDTF">2026-05-11T08:05:42Z</dcterms:modified>
</cp:coreProperties>
</file>